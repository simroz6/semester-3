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8" r:id="rId24"/>
    <p:sldId id="280" r:id="rId25"/>
    <p:sldId id="284" r:id="rId26"/>
    <p:sldId id="285" r:id="rId27"/>
    <p:sldId id="286" r:id="rId28"/>
    <p:sldId id="287" r:id="rId29"/>
    <p:sldId id="27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79" d="100"/>
          <a:sy n="79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4953-BE4F-651F-F700-888190BF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1B2A4-F5B4-F718-E736-F64FD1C06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6D49C-262D-5268-9B69-6137F2C2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5D695-D39E-E184-1AAF-CAFBDD71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6940B-EF13-87DC-0D1C-6FDEEE26E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8403-EEFE-DB54-CB43-5AC19F03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CEB20-2DA4-2E38-CA8A-CBF1BB35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F7E81-925E-FFC6-792C-A195723D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C0172-505E-71ED-531E-3DD92E2E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B1FD0-E52F-6056-F207-CBDC7BF2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3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049C-F427-EA07-1323-48F4F69E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D4E0D-70A9-BF73-DB5A-EC5CF7CE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E8F89-2C89-7860-BE3F-0DF41313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32D27-5215-9ABA-741E-F2166566B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13D4-E40D-C9E0-71A1-28FDCDE68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63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4544-532C-A6DA-1E17-5044EBFE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CA72-73EE-E2A6-6A69-33B136C3A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6EE4-9E3F-7EB5-FC4E-E57853141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1F02B-5C67-6B8D-C9E8-C1D817F2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A2D35-5BB5-012C-FB0A-887877AD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6573E-8115-3CFE-BAD6-2A8726C1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86EF-E02B-009D-39C3-DB96FEC9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F4E0D-2C20-1C76-9EE5-A945DAE58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7D708-5F29-5704-0D90-4A816A1F9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35DEB-C208-198C-F646-46C7ED8154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B5F9D-39D9-660F-439A-D912C9770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1A2FEE-1F50-2D33-CDFC-6C213108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50550-F36F-A3F1-9C7F-8C68CC5F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35AE3A-1C7F-E9B0-A272-9034B9CF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1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CB20-9FE7-B228-9812-9DB54910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C2A6A-7464-5935-D5EA-86C7D738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F8CD3-1CBC-9A5C-1E49-14801C8B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70975-D64D-58EC-1FB9-F7334765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9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7760B-963F-AA84-B1B7-4B3A2AD3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5230C6-AA67-60DA-3E4F-1786C088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4D113-0A29-FEF9-C39E-7924166E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7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6D90-5D09-7F4B-1C19-5BC55B83A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5982-2EB6-CF40-71AA-327D502AF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D3C21-367C-F348-690A-C03EC6E85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667DC-3874-1B01-104F-48F18770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AB1C6-B270-BEE9-E8AB-2B82A88A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EEB31-BB3B-EAEB-8C58-F78739A9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1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3D32-DE45-461B-6104-140DB96E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66E286-1D40-4EEC-DCB1-F3941EEB4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58188-3459-234A-C5AC-585FFC25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570AE-230D-A9B7-E3B9-62D04F5B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D87C8-1302-6883-F179-18D2B152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760DE-AE22-E151-7AC4-542B1EAF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4174-07C9-352F-8BD4-2EA11BC4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A8E86-E764-2692-E9BD-3DE321524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F78F2-CD13-7CBC-763F-5185CFF9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A4785-09D2-37FE-5F71-E1004E66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690C1-DB4E-4CD4-CC7A-936B12980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6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C10D2-4528-73E7-0F72-BCC5AE7E0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5F7D0-7BB5-DD7F-1671-B9D6747FE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A3D7-219E-DC36-A7CB-3412652E4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09C93-A062-2BCD-7027-75BC4BB8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6A4B6-D879-03A0-C9B0-3E35FF9A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3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AA510-F082-121F-860E-369E66C8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06674-7AF7-B1FC-7768-D065CE2C2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A3EA6-DC63-7697-DE00-F77123749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F1230-087F-43AE-AC7C-DB077051701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DEC01-DE77-D158-7519-AC3AD4AF1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4B197-7523-15DE-4B2A-9A2CEFD12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1CBD3-7A60-4C87-B8AE-DBDF7A335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9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E987F6-587E-D16B-C76A-5BB0965CE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01" y="334667"/>
            <a:ext cx="10661783" cy="2850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7C4CE4-970A-C842-530C-F46346C24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01" y="3277909"/>
            <a:ext cx="11651607" cy="324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46F89-BE41-A40D-C0E4-1F75187AD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366" y="903296"/>
            <a:ext cx="10017628" cy="541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7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F4E1F2-0FAB-747A-034E-9D4E9092F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43" y="384881"/>
            <a:ext cx="11734313" cy="304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9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79E74-9C6B-4188-3248-1A16373F5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60" y="609854"/>
            <a:ext cx="10178599" cy="28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0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D28A7-612C-78CF-C78C-0CC795F5A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91" y="597094"/>
            <a:ext cx="10615875" cy="359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6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B8FE4-F42C-FB28-F73C-135276DAD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41" y="328260"/>
            <a:ext cx="10928571" cy="451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1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E39C47-FB34-792C-B09E-75836565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74" y="665308"/>
            <a:ext cx="10193906" cy="391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2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507F4A-B19B-D470-962C-FCD5F3CF7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77" y="529974"/>
            <a:ext cx="11200611" cy="381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4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449B1C-324A-725A-215F-83D6D279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08" y="479720"/>
            <a:ext cx="10518994" cy="28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7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810F4-D3D1-7178-9993-AA221829E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227"/>
            <a:ext cx="10708712" cy="4474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921166-0B80-BEED-F175-04959FBE3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61" y="4889725"/>
            <a:ext cx="2915503" cy="9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9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4B227E-1A54-2963-ACAC-1922594F8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35" y="658930"/>
            <a:ext cx="10342645" cy="480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3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0D6BF-3997-2AC6-8033-95CEE098F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946"/>
            <a:ext cx="11265408" cy="650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57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66C8B-A749-C4CE-731C-7CF769D99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44" y="308156"/>
            <a:ext cx="11119089" cy="2898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8BFBE-3D6A-F712-0380-BE133EE97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44" y="3428999"/>
            <a:ext cx="11630778" cy="312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0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CAA5BD-DB3B-FACB-B618-D5D21BBFA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87" y="400000"/>
            <a:ext cx="11271426" cy="623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0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E72DE-6EC1-8EB7-D54B-7E78A4415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203605"/>
            <a:ext cx="10194292" cy="665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9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6E52E8-C8C9-9C87-8E60-4F61B9E40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95" y="316025"/>
            <a:ext cx="11105633" cy="454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7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DB564-4E2E-7D9B-4075-77045A2AD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1" y="417974"/>
            <a:ext cx="9846272" cy="3629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D4A76B-DB94-76C0-B0CD-06933DE9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38" y="4194048"/>
            <a:ext cx="1170432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82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213D16-657B-EF6A-DCB4-DD347ADA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" y="3938015"/>
            <a:ext cx="9771547" cy="1993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2D0219-903E-3BF4-8A55-902330336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" y="-128920"/>
            <a:ext cx="11213709" cy="42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41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1F8B0-5AB3-4783-D022-154A292D4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67" y="382444"/>
            <a:ext cx="8396461" cy="2214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E490BE-CBC7-8804-F5D0-50F30B739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50" y="2462784"/>
            <a:ext cx="7605095" cy="85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0ED037-C2E5-B1A1-FBC7-5ED0D1522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880" y="3628574"/>
            <a:ext cx="3535808" cy="19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60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39A680-2589-0739-E2A1-4B6873B67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6" y="222418"/>
            <a:ext cx="9732677" cy="2837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C11F04-077E-0970-1027-D0CA6EC73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33" y="3206007"/>
            <a:ext cx="10292554" cy="314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1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CB185-FD28-2727-276A-FADAD471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" y="355442"/>
            <a:ext cx="11510423" cy="526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A50EA5-E13D-3919-E951-B57D53943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57" y="330485"/>
            <a:ext cx="6602415" cy="481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9779AD-75F7-7206-A57B-638DB07CA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972" y="1311919"/>
            <a:ext cx="4670184" cy="171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83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96A22E-3546-EAF9-AD6D-3447C8E90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45" y="344168"/>
            <a:ext cx="11748109" cy="527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33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821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AD3693-625B-B27C-7456-1A4CBE81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34462"/>
            <a:ext cx="10725234" cy="18966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B1294D-512A-AA2F-6A4B-5D8483D67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69" y="3136306"/>
            <a:ext cx="11901162" cy="199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0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FAAC2-2345-30C6-3EEB-FBE962A75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4" y="252027"/>
            <a:ext cx="10539948" cy="642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27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3DB18-A8D1-AEF2-BA4E-BCD315DCA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0" y="615754"/>
            <a:ext cx="11484567" cy="329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23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32D0D-7D01-B096-F9D5-E17683739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7" y="671255"/>
            <a:ext cx="10510894" cy="504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76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869B9-899F-94DA-FE24-00C85636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4" y="171017"/>
            <a:ext cx="10396490" cy="32579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E97BFE-931F-D62C-2E7C-7B49DDAB1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28" y="3151632"/>
            <a:ext cx="7856209" cy="287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02</dc:creator>
  <cp:lastModifiedBy>PC 02</cp:lastModifiedBy>
  <cp:revision>7</cp:revision>
  <dcterms:created xsi:type="dcterms:W3CDTF">2025-11-27T05:44:29Z</dcterms:created>
  <dcterms:modified xsi:type="dcterms:W3CDTF">2025-11-27T06:25:44Z</dcterms:modified>
</cp:coreProperties>
</file>