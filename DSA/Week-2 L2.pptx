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87" r:id="rId3"/>
    <p:sldId id="288" r:id="rId4"/>
    <p:sldId id="275" r:id="rId5"/>
    <p:sldId id="276" r:id="rId6"/>
    <p:sldId id="282" r:id="rId7"/>
    <p:sldId id="283" r:id="rId8"/>
    <p:sldId id="286" r:id="rId9"/>
    <p:sldId id="278" r:id="rId10"/>
    <p:sldId id="284" r:id="rId11"/>
    <p:sldId id="28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B9EE1-3C8D-4381-BEC1-5F574D58EC86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00054-A785-409C-AF8B-D82F903BB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Safe Array</a:t>
            </a:r>
          </a:p>
          <a:p>
            <a:pPr lvl="0"/>
            <a:r>
              <a:rPr lang="en-US" dirty="0" smtClean="0"/>
              <a:t>Dynamic </a:t>
            </a:r>
            <a:r>
              <a:rPr lang="en-US" smtClean="0"/>
              <a:t>Safe Arrays.</a:t>
            </a:r>
            <a:endParaRPr lang="en-US"/>
          </a:p>
          <a:p>
            <a:pPr lvl="0"/>
            <a:r>
              <a:rPr lang="en-US" dirty="0" smtClean="0"/>
              <a:t>Jagged Array</a:t>
            </a:r>
          </a:p>
          <a:p>
            <a:pPr marL="0" lv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524000"/>
            <a:ext cx="5334000" cy="414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5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3725" y="3248819"/>
            <a:ext cx="28765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a type of the array that ensures to handle the error of </a:t>
            </a:r>
            <a:r>
              <a:rPr lang="en-US" b="1" dirty="0" smtClean="0"/>
              <a:t>index out of bounds. </a:t>
            </a:r>
            <a:r>
              <a:rPr lang="en-US" dirty="0" smtClean="0"/>
              <a:t>This is done by </a:t>
            </a:r>
            <a:r>
              <a:rPr lang="en-US" b="1" dirty="0" smtClean="0"/>
              <a:t>overloading the subscript [ ]</a:t>
            </a:r>
            <a:r>
              <a:rPr lang="en-US" dirty="0" smtClean="0"/>
              <a:t> operator.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approach to implement SA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90800"/>
            <a:ext cx="3280694" cy="175656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438400"/>
            <a:ext cx="3459780" cy="1828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</a:t>
            </a:r>
            <a:r>
              <a:rPr lang="en-US" dirty="0"/>
              <a:t>approach to implement SA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52600"/>
            <a:ext cx="3711262" cy="1916596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3886200"/>
            <a:ext cx="4400931" cy="211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8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Third </a:t>
            </a:r>
            <a:r>
              <a:rPr lang="en-US" dirty="0"/>
              <a:t>approach to implement SA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3231160" cy="175275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733800"/>
            <a:ext cx="4389500" cy="21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8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Safe arrays.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295400"/>
            <a:ext cx="1724025" cy="1552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352800"/>
            <a:ext cx="3924300" cy="3276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1295400"/>
            <a:ext cx="3409950" cy="3743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5078290"/>
            <a:ext cx="3295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0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Jagged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also referred to as an Array of pointers or Array of arrays. This is a multidimensional with different sizes.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09020"/>
            <a:ext cx="8229600" cy="39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5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424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5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87</Words>
  <Application>Microsoft Office PowerPoint</Application>
  <PresentationFormat>On-screen Show (4:3)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Today’s Agenda:</vt:lpstr>
      <vt:lpstr>PowerPoint Presentation</vt:lpstr>
      <vt:lpstr>PowerPoint Presentation</vt:lpstr>
      <vt:lpstr>Safe Array</vt:lpstr>
      <vt:lpstr>First approach to implement SA</vt:lpstr>
      <vt:lpstr>Second approach to implement SA</vt:lpstr>
      <vt:lpstr>Third approach to implement SA</vt:lpstr>
      <vt:lpstr>Dynamic Safe arrays. </vt:lpstr>
      <vt:lpstr>Jagged Array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 BSE</dc:title>
  <dc:creator>Mubashra.Fayyaz</dc:creator>
  <cp:lastModifiedBy>mubashra fayyaz</cp:lastModifiedBy>
  <cp:revision>22</cp:revision>
  <dcterms:created xsi:type="dcterms:W3CDTF">2020-09-07T07:13:22Z</dcterms:created>
  <dcterms:modified xsi:type="dcterms:W3CDTF">2025-08-25T07:49:33Z</dcterms:modified>
</cp:coreProperties>
</file>