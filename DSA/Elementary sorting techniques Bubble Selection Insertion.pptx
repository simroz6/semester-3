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i5w0+k8wV1Kw5czSg1sGCer33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Elementary sorting techniques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Bubble, selection and Insertion sort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Bubble sort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Simplest sorting Algorithm.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works by repeatedly swapping the adjacent elements if they are in the wrong order.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Algorithm: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traverse from left and compare adjacent elements and the higher one is placed at right side.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In this way, the largest element is moved to the rightmost end at first.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/>
              <a:t>This process is then continued to find the second largest and place it and so on until the data is sorted.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Working example: On board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Code discussion: 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9334E6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n = arr.size();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2050">
                <a:solidFill>
                  <a:srgbClr val="9334E6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2050">
                <a:solidFill>
                  <a:srgbClr val="9334E6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2050">
                <a:solidFill>
                  <a:srgbClr val="B4590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; i &lt; n - </a:t>
            </a:r>
            <a:r>
              <a:rPr lang="en-US" sz="2050">
                <a:solidFill>
                  <a:srgbClr val="B4590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; ++i) {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endParaRPr i="1" sz="2050">
              <a:solidFill>
                <a:srgbClr val="8086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2050">
                <a:solidFill>
                  <a:srgbClr val="9334E6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2050">
                <a:solidFill>
                  <a:srgbClr val="9334E6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j = </a:t>
            </a:r>
            <a:r>
              <a:rPr lang="en-US" sz="2050">
                <a:solidFill>
                  <a:srgbClr val="B4590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; j &lt; n - i - </a:t>
            </a:r>
            <a:r>
              <a:rPr lang="en-US" sz="2050">
                <a:solidFill>
                  <a:srgbClr val="B4590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; ++j) {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i="1" sz="2050">
              <a:solidFill>
                <a:srgbClr val="8086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US" sz="2050">
                <a:solidFill>
                  <a:srgbClr val="9334E6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(arr[j] &gt; arr[j + </a:t>
            </a:r>
            <a:r>
              <a:rPr lang="en-US" sz="2050">
                <a:solidFill>
                  <a:srgbClr val="B4590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]) {</a:t>
            </a:r>
            <a:endParaRPr i="1" sz="2050">
              <a:solidFill>
                <a:srgbClr val="80868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-US" sz="2050">
                <a:solidFill>
                  <a:srgbClr val="9334E6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temp = arr[j];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arr[j] = arr[j + </a:t>
            </a:r>
            <a:r>
              <a:rPr lang="en-US" sz="2050">
                <a:solidFill>
                  <a:srgbClr val="B4590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arr[j + </a:t>
            </a:r>
            <a:r>
              <a:rPr lang="en-US" sz="2050">
                <a:solidFill>
                  <a:srgbClr val="B4590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] = temp;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}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2050">
              <a:solidFill>
                <a:srgbClr val="001D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50">
                <a:solidFill>
                  <a:srgbClr val="001D35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3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Complexity and analysis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Time Complexity: O(N),</a:t>
            </a:r>
            <a:r>
              <a:rPr lang="en-US"/>
              <a:t>O(N</a:t>
            </a:r>
            <a:r>
              <a:rPr baseline="30000" lang="en-US"/>
              <a:t>2</a:t>
            </a:r>
            <a:r>
              <a:rPr lang="en-US"/>
              <a:t>), O(N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Auxiliary Space:</a:t>
            </a:r>
            <a:r>
              <a:rPr lang="en-US"/>
              <a:t> O(1)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Advantages of Bubble Sort: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Bubble sort is easy to understand and implement.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In place: </a:t>
            </a:r>
            <a:r>
              <a:rPr lang="en-US"/>
              <a:t>It does not require any additional memory space.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is a </a:t>
            </a:r>
            <a:r>
              <a:rPr b="1" lang="en-US"/>
              <a:t>stable</a:t>
            </a:r>
            <a:r>
              <a:rPr lang="en-US"/>
              <a:t> sorting algorithm, meaning that elements with the same key value maintain their relative order in the sorted output.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Disadvantages of Bubble Sort: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Bubble sort has a time complexity of O(N</a:t>
            </a:r>
            <a:r>
              <a:rPr baseline="30000" lang="en-US"/>
              <a:t>2</a:t>
            </a:r>
            <a:r>
              <a:rPr lang="en-US"/>
              <a:t>) which makes it very slow for large data sets.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8875" y="1175529"/>
            <a:ext cx="5879371" cy="5006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351" y="742949"/>
            <a:ext cx="8475074" cy="5766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Optimized Version </a:t>
            </a:r>
            <a:endParaRPr/>
          </a:p>
        </p:txBody>
      </p:sp>
      <p:pic>
        <p:nvPicPr>
          <p:cNvPr id="128" name="Google Shape;128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7270" y="1825625"/>
            <a:ext cx="4037460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Selection sort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Efficient sorting Algorithm.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</a:t>
            </a:r>
            <a:r>
              <a:rPr i="1" lang="en-US"/>
              <a:t>works by repeatedly selecting the smallest (or largest) element from the unsorted portion of the list and moving it to the sorted portion of the list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Working example: On board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Code discussion: </a:t>
            </a:r>
            <a:endParaRPr/>
          </a:p>
        </p:txBody>
      </p:sp>
      <p:pic>
        <p:nvPicPr>
          <p:cNvPr id="146" name="Google Shape;14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380" y="711161"/>
            <a:ext cx="4530599" cy="567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Complexity and analysis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Time Complexity: </a:t>
            </a:r>
            <a:r>
              <a:rPr lang="en-US"/>
              <a:t> O(N</a:t>
            </a:r>
            <a:r>
              <a:rPr baseline="30000" lang="en-US"/>
              <a:t>2</a:t>
            </a:r>
            <a:r>
              <a:rPr lang="en-US"/>
              <a:t>), O(N</a:t>
            </a:r>
            <a:r>
              <a:rPr baseline="30000" lang="en-US"/>
              <a:t>2</a:t>
            </a:r>
            <a:r>
              <a:rPr lang="en-US"/>
              <a:t>), O(N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Auxiliary Space:</a:t>
            </a:r>
            <a:r>
              <a:rPr lang="en-US"/>
              <a:t> O(1)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Advantages of Bubble Sort: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Simple and easy to understand.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Works well with small datasets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 place: </a:t>
            </a:r>
            <a:r>
              <a:rPr lang="en-US"/>
              <a:t>It does not require any additional memory space.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Disadvantages of Bubble Sort: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Selection sort has a time complexity of O(n^2) in the worst and average case.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Does not work well on large datasets.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Does not preserve the relative order of items with equal keys which means it is not stable.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Insertion sort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The array is virtually split into a sorted and an unsorted part. Values from the unsorted part are picked and placed at the correct position in the sorted part.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Working example: On board</a:t>
            </a:r>
            <a:endParaRPr/>
          </a:p>
        </p:txBody>
      </p:sp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0" name="Google Shape;170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451" y="955964"/>
            <a:ext cx="5561098" cy="5520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Code discussion: </a:t>
            </a:r>
            <a:endParaRPr/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8203" y="748145"/>
            <a:ext cx="5736417" cy="58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Complexity and analysis</a:t>
            </a:r>
            <a:endParaRPr/>
          </a:p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Time Complexity: O(N),</a:t>
            </a:r>
            <a:r>
              <a:rPr lang="en-US"/>
              <a:t>O(N</a:t>
            </a:r>
            <a:r>
              <a:rPr baseline="30000" lang="en-US"/>
              <a:t>2</a:t>
            </a:r>
            <a:r>
              <a:rPr lang="en-US"/>
              <a:t>), O(N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Auxiliary Space:</a:t>
            </a:r>
            <a:r>
              <a:rPr lang="en-US"/>
              <a:t> O(1)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Advantages of Bubble Sort: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Insertion sort is used when number of elements is small.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Insertion sort is adaptive in nature, i.e. it is appropriate for data sets that are already partially sorted.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In place: </a:t>
            </a:r>
            <a:r>
              <a:rPr lang="en-US"/>
              <a:t>It does not require any additional memory space.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Stable: insertion sort is a stable sorting algorithm.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Disadvantages of Bubble Sort: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Does not work well on large datasets.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Shell sort</a:t>
            </a:r>
            <a:endParaRPr/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Covered in class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Comb Sort</a:t>
            </a:r>
            <a:endParaRPr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Covered in class.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2023-08-28T01:56:06Z</dcterms:created>
  <dc:creator>hp</dc:creator>
</cp:coreProperties>
</file>